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2" r:id="rId6"/>
    <p:sldId id="263" r:id="rId7"/>
    <p:sldId id="265" r:id="rId8"/>
    <p:sldId id="266" r:id="rId9"/>
    <p:sldId id="261" r:id="rId10"/>
    <p:sldId id="267" r:id="rId11"/>
    <p:sldId id="268" r:id="rId12"/>
    <p:sldId id="275" r:id="rId13"/>
    <p:sldId id="269" r:id="rId14"/>
    <p:sldId id="270" r:id="rId15"/>
    <p:sldId id="271" r:id="rId16"/>
    <p:sldId id="273" r:id="rId17"/>
    <p:sldId id="272" r:id="rId18"/>
    <p:sldId id="27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1DE5F2-DB31-4FD2-A133-9867C399CE2E}" v="4" dt="2026-08-27T08:34:20.5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832" autoAdjust="0"/>
  </p:normalViewPr>
  <p:slideViewPr>
    <p:cSldViewPr snapToGrid="0" snapToObjects="1">
      <p:cViewPr>
        <p:scale>
          <a:sx n="75" d="100"/>
          <a:sy n="75" d="100"/>
        </p:scale>
        <p:origin x="120" y="10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민엽 허" userId="688c9c03a5294cea" providerId="LiveId" clId="{DEB337A0-EA5B-44C9-A252-7D0AA4390C6E}"/>
    <pc:docChg chg="undo custSel addSld delSld modSld sldOrd">
      <pc:chgData name="민엽 허" userId="688c9c03a5294cea" providerId="LiveId" clId="{DEB337A0-EA5B-44C9-A252-7D0AA4390C6E}" dt="2026-08-27T08:39:59.484" v="1373" actId="20577"/>
      <pc:docMkLst>
        <pc:docMk/>
      </pc:docMkLst>
      <pc:sldChg chg="delSp modSp mod">
        <pc:chgData name="민엽 허" userId="688c9c03a5294cea" providerId="LiveId" clId="{DEB337A0-EA5B-44C9-A252-7D0AA4390C6E}" dt="2026-08-27T08:09:37.427" v="29" actId="1076"/>
        <pc:sldMkLst>
          <pc:docMk/>
          <pc:sldMk cId="0" sldId="258"/>
        </pc:sldMkLst>
        <pc:spChg chg="mod">
          <ac:chgData name="민엽 허" userId="688c9c03a5294cea" providerId="LiveId" clId="{DEB337A0-EA5B-44C9-A252-7D0AA4390C6E}" dt="2026-08-27T08:09:37.427" v="29" actId="1076"/>
          <ac:spMkLst>
            <pc:docMk/>
            <pc:sldMk cId="0" sldId="258"/>
            <ac:spMk id="6" creationId="{00000000-0000-0000-0000-000000000000}"/>
          </ac:spMkLst>
        </pc:spChg>
        <pc:spChg chg="del">
          <ac:chgData name="민엽 허" userId="688c9c03a5294cea" providerId="LiveId" clId="{DEB337A0-EA5B-44C9-A252-7D0AA4390C6E}" dt="2026-08-27T08:09:31.022" v="26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민엽 허" userId="688c9c03a5294cea" providerId="LiveId" clId="{DEB337A0-EA5B-44C9-A252-7D0AA4390C6E}" dt="2026-08-27T08:09:31.496" v="27" actId="478"/>
          <ac:spMkLst>
            <pc:docMk/>
            <pc:sldMk cId="0" sldId="258"/>
            <ac:spMk id="8" creationId="{00000000-0000-0000-0000-000000000000}"/>
          </ac:spMkLst>
        </pc:spChg>
      </pc:sldChg>
      <pc:sldChg chg="modSp mod">
        <pc:chgData name="민엽 허" userId="688c9c03a5294cea" providerId="LiveId" clId="{DEB337A0-EA5B-44C9-A252-7D0AA4390C6E}" dt="2026-08-27T08:10:30.368" v="30" actId="14734"/>
        <pc:sldMkLst>
          <pc:docMk/>
          <pc:sldMk cId="0" sldId="259"/>
        </pc:sldMkLst>
        <pc:graphicFrameChg chg="modGraphic">
          <ac:chgData name="민엽 허" userId="688c9c03a5294cea" providerId="LiveId" clId="{DEB337A0-EA5B-44C9-A252-7D0AA4390C6E}" dt="2026-08-27T08:10:30.368" v="30" actId="14734"/>
          <ac:graphicFrameMkLst>
            <pc:docMk/>
            <pc:sldMk cId="0" sldId="259"/>
            <ac:graphicFrameMk id="6" creationId="{00000000-0000-0000-0000-000000000000}"/>
          </ac:graphicFrameMkLst>
        </pc:graphicFrameChg>
      </pc:sldChg>
      <pc:sldChg chg="del">
        <pc:chgData name="민엽 허" userId="688c9c03a5294cea" providerId="LiveId" clId="{DEB337A0-EA5B-44C9-A252-7D0AA4390C6E}" dt="2026-08-27T08:10:55.618" v="31" actId="2696"/>
        <pc:sldMkLst>
          <pc:docMk/>
          <pc:sldMk cId="0" sldId="260"/>
        </pc:sldMkLst>
      </pc:sldChg>
      <pc:sldChg chg="addSp delSp modSp mod">
        <pc:chgData name="민엽 허" userId="688c9c03a5294cea" providerId="LiveId" clId="{DEB337A0-EA5B-44C9-A252-7D0AA4390C6E}" dt="2026-08-27T08:14:31.959" v="66" actId="20577"/>
        <pc:sldMkLst>
          <pc:docMk/>
          <pc:sldMk cId="0" sldId="261"/>
        </pc:sldMkLst>
        <pc:spChg chg="mod">
          <ac:chgData name="민엽 허" userId="688c9c03a5294cea" providerId="LiveId" clId="{DEB337A0-EA5B-44C9-A252-7D0AA4390C6E}" dt="2026-08-27T08:14:31.959" v="66" actId="20577"/>
          <ac:spMkLst>
            <pc:docMk/>
            <pc:sldMk cId="0" sldId="261"/>
            <ac:spMk id="6" creationId="{00000000-0000-0000-0000-000000000000}"/>
          </ac:spMkLst>
        </pc:spChg>
        <pc:spChg chg="add del mod">
          <ac:chgData name="민엽 허" userId="688c9c03a5294cea" providerId="LiveId" clId="{DEB337A0-EA5B-44C9-A252-7D0AA4390C6E}" dt="2026-08-27T08:11:14.992" v="38" actId="478"/>
          <ac:spMkLst>
            <pc:docMk/>
            <pc:sldMk cId="0" sldId="261"/>
            <ac:spMk id="8" creationId="{00000000-0000-0000-0000-000000000000}"/>
          </ac:spMkLst>
        </pc:spChg>
        <pc:picChg chg="add del">
          <ac:chgData name="민엽 허" userId="688c9c03a5294cea" providerId="LiveId" clId="{DEB337A0-EA5B-44C9-A252-7D0AA4390C6E}" dt="2026-08-27T08:11:13.145" v="36" actId="478"/>
          <ac:picMkLst>
            <pc:docMk/>
            <pc:sldMk cId="0" sldId="261"/>
            <ac:picMk id="7" creationId="{00000000-0000-0000-0000-000000000000}"/>
          </ac:picMkLst>
        </pc:picChg>
      </pc:sldChg>
      <pc:sldChg chg="ord">
        <pc:chgData name="민엽 허" userId="688c9c03a5294cea" providerId="LiveId" clId="{DEB337A0-EA5B-44C9-A252-7D0AA4390C6E}" dt="2026-08-27T08:11:37.627" v="46"/>
        <pc:sldMkLst>
          <pc:docMk/>
          <pc:sldMk cId="0" sldId="262"/>
        </pc:sldMkLst>
      </pc:sldChg>
      <pc:sldChg chg="modSp mod ord">
        <pc:chgData name="민엽 허" userId="688c9c03a5294cea" providerId="LiveId" clId="{DEB337A0-EA5B-44C9-A252-7D0AA4390C6E}" dt="2026-08-27T08:23:54.657" v="218" actId="113"/>
        <pc:sldMkLst>
          <pc:docMk/>
          <pc:sldMk cId="0" sldId="263"/>
        </pc:sldMkLst>
        <pc:spChg chg="mod">
          <ac:chgData name="민엽 허" userId="688c9c03a5294cea" providerId="LiveId" clId="{DEB337A0-EA5B-44C9-A252-7D0AA4390C6E}" dt="2026-08-27T08:23:54.657" v="218" actId="113"/>
          <ac:spMkLst>
            <pc:docMk/>
            <pc:sldMk cId="0" sldId="263"/>
            <ac:spMk id="10" creationId="{00000000-0000-0000-0000-000000000000}"/>
          </ac:spMkLst>
        </pc:spChg>
      </pc:sldChg>
      <pc:sldChg chg="del ord">
        <pc:chgData name="민엽 허" userId="688c9c03a5294cea" providerId="LiveId" clId="{DEB337A0-EA5B-44C9-A252-7D0AA4390C6E}" dt="2026-08-27T08:12:32.021" v="51" actId="2696"/>
        <pc:sldMkLst>
          <pc:docMk/>
          <pc:sldMk cId="0" sldId="264"/>
        </pc:sldMkLst>
      </pc:sldChg>
      <pc:sldChg chg="modSp mod ord">
        <pc:chgData name="민엽 허" userId="688c9c03a5294cea" providerId="LiveId" clId="{DEB337A0-EA5B-44C9-A252-7D0AA4390C6E}" dt="2026-08-27T08:12:54.546" v="55" actId="1076"/>
        <pc:sldMkLst>
          <pc:docMk/>
          <pc:sldMk cId="0" sldId="265"/>
        </pc:sldMkLst>
        <pc:spChg chg="mod">
          <ac:chgData name="민엽 허" userId="688c9c03a5294cea" providerId="LiveId" clId="{DEB337A0-EA5B-44C9-A252-7D0AA4390C6E}" dt="2026-08-27T08:12:54.546" v="55" actId="1076"/>
          <ac:spMkLst>
            <pc:docMk/>
            <pc:sldMk cId="0" sldId="265"/>
            <ac:spMk id="7" creationId="{00000000-0000-0000-0000-000000000000}"/>
          </ac:spMkLst>
        </pc:spChg>
      </pc:sldChg>
      <pc:sldChg chg="ord">
        <pc:chgData name="민엽 허" userId="688c9c03a5294cea" providerId="LiveId" clId="{DEB337A0-EA5B-44C9-A252-7D0AA4390C6E}" dt="2026-08-27T08:13:01.969" v="57"/>
        <pc:sldMkLst>
          <pc:docMk/>
          <pc:sldMk cId="0" sldId="266"/>
        </pc:sldMkLst>
      </pc:sldChg>
      <pc:sldChg chg="modSp mod">
        <pc:chgData name="민엽 허" userId="688c9c03a5294cea" providerId="LiveId" clId="{DEB337A0-EA5B-44C9-A252-7D0AA4390C6E}" dt="2026-08-27T08:14:51.699" v="77" actId="20577"/>
        <pc:sldMkLst>
          <pc:docMk/>
          <pc:sldMk cId="0" sldId="267"/>
        </pc:sldMkLst>
        <pc:spChg chg="mod">
          <ac:chgData name="민엽 허" userId="688c9c03a5294cea" providerId="LiveId" clId="{DEB337A0-EA5B-44C9-A252-7D0AA4390C6E}" dt="2026-08-27T08:14:45.367" v="72" actId="20577"/>
          <ac:spMkLst>
            <pc:docMk/>
            <pc:sldMk cId="0" sldId="267"/>
            <ac:spMk id="6" creationId="{00000000-0000-0000-0000-000000000000}"/>
          </ac:spMkLst>
        </pc:spChg>
        <pc:graphicFrameChg chg="modGraphic">
          <ac:chgData name="민엽 허" userId="688c9c03a5294cea" providerId="LiveId" clId="{DEB337A0-EA5B-44C9-A252-7D0AA4390C6E}" dt="2026-08-27T08:14:51.699" v="77" actId="20577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addSp delSp modSp mod">
        <pc:chgData name="민엽 허" userId="688c9c03a5294cea" providerId="LiveId" clId="{DEB337A0-EA5B-44C9-A252-7D0AA4390C6E}" dt="2026-08-27T08:39:59.484" v="1373" actId="20577"/>
        <pc:sldMkLst>
          <pc:docMk/>
          <pc:sldMk cId="0" sldId="268"/>
        </pc:sldMkLst>
        <pc:spChg chg="mod">
          <ac:chgData name="민엽 허" userId="688c9c03a5294cea" providerId="LiveId" clId="{DEB337A0-EA5B-44C9-A252-7D0AA4390C6E}" dt="2026-08-27T08:08:30.596" v="18" actId="20577"/>
          <ac:spMkLst>
            <pc:docMk/>
            <pc:sldMk cId="0" sldId="268"/>
            <ac:spMk id="6" creationId="{00000000-0000-0000-0000-000000000000}"/>
          </ac:spMkLst>
        </pc:spChg>
        <pc:spChg chg="mod">
          <ac:chgData name="민엽 허" userId="688c9c03a5294cea" providerId="LiveId" clId="{DEB337A0-EA5B-44C9-A252-7D0AA4390C6E}" dt="2026-08-27T08:39:59.484" v="1373" actId="20577"/>
          <ac:spMkLst>
            <pc:docMk/>
            <pc:sldMk cId="0" sldId="268"/>
            <ac:spMk id="9" creationId="{00000000-0000-0000-0000-000000000000}"/>
          </ac:spMkLst>
        </pc:spChg>
        <pc:spChg chg="del">
          <ac:chgData name="민엽 허" userId="688c9c03a5294cea" providerId="LiveId" clId="{DEB337A0-EA5B-44C9-A252-7D0AA4390C6E}" dt="2026-08-27T08:29:57.294" v="404" actId="478"/>
          <ac:spMkLst>
            <pc:docMk/>
            <pc:sldMk cId="0" sldId="268"/>
            <ac:spMk id="11" creationId="{00000000-0000-0000-0000-000000000000}"/>
          </ac:spMkLst>
        </pc:spChg>
        <pc:graphicFrameChg chg="mod modGraphic">
          <ac:chgData name="민엽 허" userId="688c9c03a5294cea" providerId="LiveId" clId="{DEB337A0-EA5B-44C9-A252-7D0AA4390C6E}" dt="2026-08-27T08:08:22.123" v="6" actId="1076"/>
          <ac:graphicFrameMkLst>
            <pc:docMk/>
            <pc:sldMk cId="0" sldId="268"/>
            <ac:graphicFrameMk id="7" creationId="{00000000-0000-0000-0000-000000000000}"/>
          </ac:graphicFrameMkLst>
        </pc:graphicFrameChg>
        <pc:graphicFrameChg chg="add del mod modGraphic">
          <ac:chgData name="민엽 허" userId="688c9c03a5294cea" providerId="LiveId" clId="{DEB337A0-EA5B-44C9-A252-7D0AA4390C6E}" dt="2026-08-27T08:29:55.883" v="403" actId="478"/>
          <ac:graphicFrameMkLst>
            <pc:docMk/>
            <pc:sldMk cId="0" sldId="268"/>
            <ac:graphicFrameMk id="10" creationId="{00000000-0000-0000-0000-000000000000}"/>
          </ac:graphicFrameMkLst>
        </pc:graphicFrameChg>
      </pc:sldChg>
      <pc:sldChg chg="modSp mod">
        <pc:chgData name="민엽 허" userId="688c9c03a5294cea" providerId="LiveId" clId="{DEB337A0-EA5B-44C9-A252-7D0AA4390C6E}" dt="2026-08-27T08:36:23.305" v="932" actId="2166"/>
        <pc:sldMkLst>
          <pc:docMk/>
          <pc:sldMk cId="0" sldId="270"/>
        </pc:sldMkLst>
        <pc:graphicFrameChg chg="modGraphic">
          <ac:chgData name="민엽 허" userId="688c9c03a5294cea" providerId="LiveId" clId="{DEB337A0-EA5B-44C9-A252-7D0AA4390C6E}" dt="2026-08-27T08:36:23.305" v="932" actId="2166"/>
          <ac:graphicFrameMkLst>
            <pc:docMk/>
            <pc:sldMk cId="0" sldId="270"/>
            <ac:graphicFrameMk id="7" creationId="{00000000-0000-0000-0000-000000000000}"/>
          </ac:graphicFrameMkLst>
        </pc:graphicFrameChg>
      </pc:sldChg>
      <pc:sldChg chg="modSp mod">
        <pc:chgData name="민엽 허" userId="688c9c03a5294cea" providerId="LiveId" clId="{DEB337A0-EA5B-44C9-A252-7D0AA4390C6E}" dt="2026-08-27T08:19:00.941" v="85" actId="1076"/>
        <pc:sldMkLst>
          <pc:docMk/>
          <pc:sldMk cId="0" sldId="271"/>
        </pc:sldMkLst>
        <pc:graphicFrameChg chg="mod">
          <ac:chgData name="민엽 허" userId="688c9c03a5294cea" providerId="LiveId" clId="{DEB337A0-EA5B-44C9-A252-7D0AA4390C6E}" dt="2026-08-27T08:19:00.941" v="85" actId="1076"/>
          <ac:graphicFrameMkLst>
            <pc:docMk/>
            <pc:sldMk cId="0" sldId="271"/>
            <ac:graphicFrameMk id="8" creationId="{00000000-0000-0000-0000-000000000000}"/>
          </ac:graphicFrameMkLst>
        </pc:graphicFrameChg>
      </pc:sldChg>
      <pc:sldChg chg="addSp delSp modSp mod">
        <pc:chgData name="민엽 허" userId="688c9c03a5294cea" providerId="LiveId" clId="{DEB337A0-EA5B-44C9-A252-7D0AA4390C6E}" dt="2026-08-27T08:21:21.690" v="165" actId="1076"/>
        <pc:sldMkLst>
          <pc:docMk/>
          <pc:sldMk cId="0" sldId="272"/>
        </pc:sldMkLst>
        <pc:spChg chg="mod">
          <ac:chgData name="민엽 허" userId="688c9c03a5294cea" providerId="LiveId" clId="{DEB337A0-EA5B-44C9-A252-7D0AA4390C6E}" dt="2026-08-27T08:19:41.396" v="89" actId="1076"/>
          <ac:spMkLst>
            <pc:docMk/>
            <pc:sldMk cId="0" sldId="272"/>
            <ac:spMk id="7" creationId="{00000000-0000-0000-0000-000000000000}"/>
          </ac:spMkLst>
        </pc:spChg>
        <pc:spChg chg="mod">
          <ac:chgData name="민엽 허" userId="688c9c03a5294cea" providerId="LiveId" clId="{DEB337A0-EA5B-44C9-A252-7D0AA4390C6E}" dt="2026-08-27T08:21:16.369" v="163" actId="1076"/>
          <ac:spMkLst>
            <pc:docMk/>
            <pc:sldMk cId="0" sldId="272"/>
            <ac:spMk id="9" creationId="{00000000-0000-0000-0000-000000000000}"/>
          </ac:spMkLst>
        </pc:spChg>
        <pc:spChg chg="mod">
          <ac:chgData name="민엽 허" userId="688c9c03a5294cea" providerId="LiveId" clId="{DEB337A0-EA5B-44C9-A252-7D0AA4390C6E}" dt="2026-08-27T08:21:21.690" v="165" actId="1076"/>
          <ac:spMkLst>
            <pc:docMk/>
            <pc:sldMk cId="0" sldId="272"/>
            <ac:spMk id="10" creationId="{00000000-0000-0000-0000-000000000000}"/>
          </ac:spMkLst>
        </pc:spChg>
        <pc:spChg chg="del">
          <ac:chgData name="민엽 허" userId="688c9c03a5294cea" providerId="LiveId" clId="{DEB337A0-EA5B-44C9-A252-7D0AA4390C6E}" dt="2026-08-27T08:20:31.434" v="93" actId="478"/>
          <ac:spMkLst>
            <pc:docMk/>
            <pc:sldMk cId="0" sldId="272"/>
            <ac:spMk id="11" creationId="{00000000-0000-0000-0000-000000000000}"/>
          </ac:spMkLst>
        </pc:spChg>
        <pc:spChg chg="add mod">
          <ac:chgData name="민엽 허" userId="688c9c03a5294cea" providerId="LiveId" clId="{DEB337A0-EA5B-44C9-A252-7D0AA4390C6E}" dt="2026-08-27T08:20:52.358" v="156" actId="1076"/>
          <ac:spMkLst>
            <pc:docMk/>
            <pc:sldMk cId="0" sldId="272"/>
            <ac:spMk id="16" creationId="{F83739D3-196A-2F6C-1D2E-94F3E3C26733}"/>
          </ac:spMkLst>
        </pc:spChg>
        <pc:picChg chg="mod">
          <ac:chgData name="민엽 허" userId="688c9c03a5294cea" providerId="LiveId" clId="{DEB337A0-EA5B-44C9-A252-7D0AA4390C6E}" dt="2026-08-27T08:19:39.412" v="88" actId="14100"/>
          <ac:picMkLst>
            <pc:docMk/>
            <pc:sldMk cId="0" sldId="272"/>
            <ac:picMk id="6" creationId="{00000000-0000-0000-0000-000000000000}"/>
          </ac:picMkLst>
        </pc:picChg>
        <pc:picChg chg="mod">
          <ac:chgData name="민엽 허" userId="688c9c03a5294cea" providerId="LiveId" clId="{DEB337A0-EA5B-44C9-A252-7D0AA4390C6E}" dt="2026-08-27T08:21:13.711" v="162" actId="1076"/>
          <ac:picMkLst>
            <pc:docMk/>
            <pc:sldMk cId="0" sldId="272"/>
            <ac:picMk id="8" creationId="{00000000-0000-0000-0000-000000000000}"/>
          </ac:picMkLst>
        </pc:picChg>
        <pc:picChg chg="add mod">
          <ac:chgData name="민엽 허" userId="688c9c03a5294cea" providerId="LiveId" clId="{DEB337A0-EA5B-44C9-A252-7D0AA4390C6E}" dt="2026-08-27T08:20:29.974" v="92" actId="1076"/>
          <ac:picMkLst>
            <pc:docMk/>
            <pc:sldMk cId="0" sldId="272"/>
            <ac:picMk id="14" creationId="{B4519B1F-0AB0-ECF6-14EB-654F3E299087}"/>
          </ac:picMkLst>
        </pc:picChg>
      </pc:sldChg>
      <pc:sldChg chg="delSp modSp mod ord">
        <pc:chgData name="민엽 허" userId="688c9c03a5294cea" providerId="LiveId" clId="{DEB337A0-EA5B-44C9-A252-7D0AA4390C6E}" dt="2026-08-27T08:36:08.400" v="931" actId="1076"/>
        <pc:sldMkLst>
          <pc:docMk/>
          <pc:sldMk cId="0" sldId="273"/>
        </pc:sldMkLst>
        <pc:spChg chg="del mod">
          <ac:chgData name="민엽 허" userId="688c9c03a5294cea" providerId="LiveId" clId="{DEB337A0-EA5B-44C9-A252-7D0AA4390C6E}" dt="2026-08-27T08:21:57.544" v="168"/>
          <ac:spMkLst>
            <pc:docMk/>
            <pc:sldMk cId="0" sldId="273"/>
            <ac:spMk id="8" creationId="{00000000-0000-0000-0000-000000000000}"/>
          </ac:spMkLst>
        </pc:spChg>
        <pc:graphicFrameChg chg="mod modGraphic">
          <ac:chgData name="민엽 허" userId="688c9c03a5294cea" providerId="LiveId" clId="{DEB337A0-EA5B-44C9-A252-7D0AA4390C6E}" dt="2026-08-27T08:36:08.400" v="931" actId="1076"/>
          <ac:graphicFrameMkLst>
            <pc:docMk/>
            <pc:sldMk cId="0" sldId="273"/>
            <ac:graphicFrameMk id="7" creationId="{00000000-0000-0000-0000-000000000000}"/>
          </ac:graphicFrameMkLst>
        </pc:graphicFrameChg>
        <pc:picChg chg="del">
          <ac:chgData name="민엽 허" userId="688c9c03a5294cea" providerId="LiveId" clId="{DEB337A0-EA5B-44C9-A252-7D0AA4390C6E}" dt="2026-08-27T08:35:16.435" v="893" actId="478"/>
          <ac:picMkLst>
            <pc:docMk/>
            <pc:sldMk cId="0" sldId="273"/>
            <ac:picMk id="6" creationId="{00000000-0000-0000-0000-000000000000}"/>
          </ac:picMkLst>
        </pc:picChg>
      </pc:sldChg>
      <pc:sldChg chg="modSp mod">
        <pc:chgData name="민엽 허" userId="688c9c03a5294cea" providerId="LiveId" clId="{DEB337A0-EA5B-44C9-A252-7D0AA4390C6E}" dt="2026-08-27T08:36:04.069" v="930" actId="1076"/>
        <pc:sldMkLst>
          <pc:docMk/>
          <pc:sldMk cId="0" sldId="274"/>
        </pc:sldMkLst>
        <pc:spChg chg="mod">
          <ac:chgData name="민엽 허" userId="688c9c03a5294cea" providerId="LiveId" clId="{DEB337A0-EA5B-44C9-A252-7D0AA4390C6E}" dt="2026-08-27T08:35:59.774" v="929" actId="20577"/>
          <ac:spMkLst>
            <pc:docMk/>
            <pc:sldMk cId="0" sldId="274"/>
            <ac:spMk id="4" creationId="{00000000-0000-0000-0000-000000000000}"/>
          </ac:spMkLst>
        </pc:spChg>
        <pc:spChg chg="mod">
          <ac:chgData name="민엽 허" userId="688c9c03a5294cea" providerId="LiveId" clId="{DEB337A0-EA5B-44C9-A252-7D0AA4390C6E}" dt="2026-08-27T08:36:04.069" v="930" actId="1076"/>
          <ac:spMkLst>
            <pc:docMk/>
            <pc:sldMk cId="0" sldId="274"/>
            <ac:spMk id="5" creationId="{00000000-0000-0000-0000-000000000000}"/>
          </ac:spMkLst>
        </pc:spChg>
      </pc:sldChg>
      <pc:sldChg chg="addSp delSp modSp add mod">
        <pc:chgData name="민엽 허" userId="688c9c03a5294cea" providerId="LiveId" clId="{DEB337A0-EA5B-44C9-A252-7D0AA4390C6E}" dt="2026-08-27T08:36:55.234" v="980" actId="20577"/>
        <pc:sldMkLst>
          <pc:docMk/>
          <pc:sldMk cId="2876382265" sldId="275"/>
        </pc:sldMkLst>
        <pc:spChg chg="del">
          <ac:chgData name="민엽 허" userId="688c9c03a5294cea" providerId="LiveId" clId="{DEB337A0-EA5B-44C9-A252-7D0AA4390C6E}" dt="2026-08-27T08:26:25.380" v="224" actId="478"/>
          <ac:spMkLst>
            <pc:docMk/>
            <pc:sldMk cId="2876382265" sldId="275"/>
            <ac:spMk id="6" creationId="{3A09BC5C-A22C-54B5-F104-8AEB990327A2}"/>
          </ac:spMkLst>
        </pc:spChg>
        <pc:spChg chg="del">
          <ac:chgData name="민엽 허" userId="688c9c03a5294cea" providerId="LiveId" clId="{DEB337A0-EA5B-44C9-A252-7D0AA4390C6E}" dt="2026-08-27T08:26:27.015" v="226" actId="478"/>
          <ac:spMkLst>
            <pc:docMk/>
            <pc:sldMk cId="2876382265" sldId="275"/>
            <ac:spMk id="8" creationId="{A39B4C98-198D-6482-DE86-846D85BD3C1D}"/>
          </ac:spMkLst>
        </pc:spChg>
        <pc:spChg chg="del mod">
          <ac:chgData name="민엽 허" userId="688c9c03a5294cea" providerId="LiveId" clId="{DEB337A0-EA5B-44C9-A252-7D0AA4390C6E}" dt="2026-08-27T08:26:28.815" v="229" actId="478"/>
          <ac:spMkLst>
            <pc:docMk/>
            <pc:sldMk cId="2876382265" sldId="275"/>
            <ac:spMk id="9" creationId="{01395D55-C9A8-419A-3C8C-B509E9EC36BF}"/>
          </ac:spMkLst>
        </pc:spChg>
        <pc:spChg chg="del mod">
          <ac:chgData name="민엽 허" userId="688c9c03a5294cea" providerId="LiveId" clId="{DEB337A0-EA5B-44C9-A252-7D0AA4390C6E}" dt="2026-08-27T08:26:39.846" v="232" actId="478"/>
          <ac:spMkLst>
            <pc:docMk/>
            <pc:sldMk cId="2876382265" sldId="275"/>
            <ac:spMk id="11" creationId="{DAF164DD-E7E6-18DF-1679-D877102656CE}"/>
          </ac:spMkLst>
        </pc:spChg>
        <pc:spChg chg="add mod">
          <ac:chgData name="민엽 허" userId="688c9c03a5294cea" providerId="LiveId" clId="{DEB337A0-EA5B-44C9-A252-7D0AA4390C6E}" dt="2026-08-27T08:34:17.572" v="890" actId="403"/>
          <ac:spMkLst>
            <pc:docMk/>
            <pc:sldMk cId="2876382265" sldId="275"/>
            <ac:spMk id="15" creationId="{A7851F7D-740E-0725-87D0-53B79B23CADA}"/>
          </ac:spMkLst>
        </pc:spChg>
        <pc:spChg chg="add mod">
          <ac:chgData name="민엽 허" userId="688c9c03a5294cea" providerId="LiveId" clId="{DEB337A0-EA5B-44C9-A252-7D0AA4390C6E}" dt="2026-08-27T08:36:55.234" v="980" actId="20577"/>
          <ac:spMkLst>
            <pc:docMk/>
            <pc:sldMk cId="2876382265" sldId="275"/>
            <ac:spMk id="17" creationId="{71F9D20A-A23C-E71F-8C45-54420F224D18}"/>
          </ac:spMkLst>
        </pc:spChg>
        <pc:spChg chg="add mod">
          <ac:chgData name="민엽 허" userId="688c9c03a5294cea" providerId="LiveId" clId="{DEB337A0-EA5B-44C9-A252-7D0AA4390C6E}" dt="2026-08-27T08:34:20.535" v="892"/>
          <ac:spMkLst>
            <pc:docMk/>
            <pc:sldMk cId="2876382265" sldId="275"/>
            <ac:spMk id="18" creationId="{11AD0FAE-D963-F159-620B-A586549C9C32}"/>
          </ac:spMkLst>
        </pc:spChg>
        <pc:graphicFrameChg chg="del">
          <ac:chgData name="민엽 허" userId="688c9c03a5294cea" providerId="LiveId" clId="{DEB337A0-EA5B-44C9-A252-7D0AA4390C6E}" dt="2026-08-27T08:26:26.309" v="225" actId="478"/>
          <ac:graphicFrameMkLst>
            <pc:docMk/>
            <pc:sldMk cId="2876382265" sldId="275"/>
            <ac:graphicFrameMk id="7" creationId="{837849AA-9BEB-AE09-FC2D-386BAA8C640D}"/>
          </ac:graphicFrameMkLst>
        </pc:graphicFrameChg>
        <pc:graphicFrameChg chg="mod modGraphic">
          <ac:chgData name="민엽 허" userId="688c9c03a5294cea" providerId="LiveId" clId="{DEB337A0-EA5B-44C9-A252-7D0AA4390C6E}" dt="2026-08-27T08:36:37.798" v="933" actId="113"/>
          <ac:graphicFrameMkLst>
            <pc:docMk/>
            <pc:sldMk cId="2876382265" sldId="275"/>
            <ac:graphicFrameMk id="10" creationId="{58636B10-6CB0-DF79-B87C-E98E0EF61DC9}"/>
          </ac:graphicFrameMkLst>
        </pc:graphicFrameChg>
      </pc:sldChg>
      <pc:sldChg chg="new del">
        <pc:chgData name="민엽 허" userId="688c9c03a5294cea" providerId="LiveId" clId="{DEB337A0-EA5B-44C9-A252-7D0AA4390C6E}" dt="2026-08-27T08:26:07.743" v="220" actId="2696"/>
        <pc:sldMkLst>
          <pc:docMk/>
          <pc:sldMk cId="3243384742" sldId="27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ADFB2C-88F8-4D59-91F0-7C347BD1A649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2AE6CA-2D19-4E4B-9173-780325D818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8299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2AE6CA-2D19-4E4B-9173-780325D818F7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6028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7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CNC 설비 정상 / 불량 판별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813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7D6E8"/>
                </a:solidFill>
                <a:latin typeface="맑은 고딕"/>
              </a:rPr>
              <a:t>UCI AI4I 2020 Predictive Maintenance 데이터 기반 이진분류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2A37"/>
                </a:solidFill>
                <a:latin typeface="맑은 고딕"/>
              </a:rPr>
              <a:t>설비 센서값으로 고장 여부를 판별하는 미니 프로젝트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B6672"/>
                </a:solidFill>
                <a:latin typeface="맑은 고딕"/>
              </a:rPr>
              <a:t>데이터 수집  →  탐색적 데이터 분석(EDA)  →  모델링 1차·2차·3차  →  데스크톱 UI 서빙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72000"/>
            <a:ext cx="6949440" cy="640080"/>
          </a:xfrm>
          <a:prstGeom prst="roundRect">
            <a:avLst/>
          </a:prstGeom>
          <a:solidFill>
            <a:srgbClr val="F2F4F7"/>
          </a:solidFill>
          <a:ln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00" b="1">
                <a:solidFill>
                  <a:srgbClr val="172B4D"/>
                </a:solidFill>
                <a:latin typeface="맑은 고딕"/>
              </a:rPr>
              <a:t>GitHub  ·  https://github.com/hmy7788/python_data_analyze</a:t>
            </a:r>
          </a:p>
        </p:txBody>
      </p:sp>
      <p:pic>
        <p:nvPicPr>
          <p:cNvPr id="8" name="Picture 7" descr="미니 프로젝트 흐름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276600"/>
            <a:ext cx="3200400" cy="2133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팀 구성 &amp; 역할 분담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2103120"/>
          <a:ext cx="9601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허민엽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크롤링 및 UI 설계 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최나연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크롤링 및 UI 설계 ②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이하연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데이터 분석 및 모델링 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최혁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데이터 분석 및 모델링 ②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280160" y="502920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672"/>
                </a:solidFill>
                <a:latin typeface="맑은 고딕"/>
              </a:rPr>
              <a:t>4인 미니 프로젝트  ·  데이터팀(분석·모델링) + 애플리케이션팀(크롤링·UI)으로 분담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1 · 데이터 수집 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배경 — 예지보전과 AI4I 2020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10972800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예지보전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(Predictive Maintenance):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설비가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고장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나기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전에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센서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신호로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미리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잡아내는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것</a:t>
            </a:r>
          </a:p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AI4I 2020 Predictive Maintenance Dataset — UCI Machine Learning Repository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공개</a:t>
            </a:r>
            <a:endParaRPr sz="1400" b="0" dirty="0">
              <a:solidFill>
                <a:srgbClr val="1F2A37"/>
              </a:solidFill>
              <a:latin typeface="맑은 고딕"/>
            </a:endParaRPr>
          </a:p>
          <a:p>
            <a:pPr lvl="1">
              <a:spcAft>
                <a:spcPts val="900"/>
              </a:spcAft>
            </a:pPr>
            <a:r>
              <a:rPr sz="1300" b="0" dirty="0">
                <a:solidFill>
                  <a:srgbClr val="5B6672"/>
                </a:solidFill>
                <a:latin typeface="맑은 고딕"/>
              </a:rPr>
              <a:t>– 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실제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밀링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머신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공정</a:t>
            </a:r>
            <a:r>
              <a:rPr lang="en-US" sz="13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데이터</a:t>
            </a:r>
            <a:endParaRPr lang="en-US" sz="1300" b="0" dirty="0">
              <a:solidFill>
                <a:srgbClr val="5B6672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규모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: 10,000행 × 14열, 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결측치·중복행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없음</a:t>
            </a:r>
            <a:endParaRPr sz="1400" b="0" dirty="0">
              <a:solidFill>
                <a:srgbClr val="1F2A37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1 · 데이터 수집 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컬럼 구성 — 14개 열의 역할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7862203"/>
              </p:ext>
            </p:extLst>
          </p:nvPr>
        </p:nvGraphicFramePr>
        <p:xfrm>
          <a:off x="685800" y="1737360"/>
          <a:ext cx="10789920" cy="3638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컬럼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UDI, Product 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일련번호 · 제품 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식별자 → 제거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Type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제품 품질 등급 (L 저가 / M 중가 / H 고가)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입력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(원-핫)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Air / Process temperature [K]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대기 온도 · 공정 온도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Rotational speed [rpm]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회전 속도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Torque [Nm]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토크 (회전 저항력)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Tool wear [min]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공구 누적 사용 시간(마모도)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Machine failure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고장 여부 (0 정상 / 1 불량)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★ 타겟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820">
                <a:tc>
                  <a:txBody>
                    <a:bodyPr/>
                    <a:lstStyle/>
                    <a:p>
                      <a:pPr algn="l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TWF / HDF / PWF / OSF / RNF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세부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고장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모드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플래그</a:t>
                      </a:r>
                      <a:endParaRPr sz="10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누수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위험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제거</a:t>
                      </a:r>
                      <a:endParaRPr sz="10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672"/>
                </a:solidFill>
                <a:latin typeface="맑은 고딕"/>
              </a:rPr>
              <a:t>샘플  ·  정상: Type M / 기온 298.1 / 공정 308.6 / 회전 1551 / 토크 42.8 / 마모 0  →  MF 0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B6672"/>
                </a:solidFill>
                <a:latin typeface="맑은 고딕"/>
              </a:rPr>
              <a:t>        불량: Type L / 기온 298.9 / 공정 309.1 / 회전 2861 / 토크 4.6 / 마모 143  →  MF 1 (PWF)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EDA  (1/5)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데이터 품질 &amp; 변수 분포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eda_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64008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82880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 b="0">
                <a:solidFill>
                  <a:srgbClr val="1F2A37"/>
                </a:solidFill>
                <a:latin typeface="맑은 고딕"/>
              </a:rPr>
              <a:t>•  결측치 0 · 중복행 0 — 정제된 데이터셋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F2A37"/>
                </a:solidFill>
                <a:latin typeface="맑은 고딕"/>
              </a:rPr>
              <a:t>•  Air / Process temperature: 정규분포에 근접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F2A37"/>
                </a:solidFill>
                <a:latin typeface="맑은 고딕"/>
              </a:rPr>
              <a:t>•  Torque: 전체적으로 정규분포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F2A37"/>
                </a:solidFill>
                <a:latin typeface="맑은 고딕"/>
              </a:rPr>
              <a:t>•  Rotational speed: 오른쪽 꼬리가 김 (고속 구간 일부)</a:t>
            </a:r>
          </a:p>
          <a:p>
            <a:pPr>
              <a:spcAft>
                <a:spcPts val="1100"/>
              </a:spcAft>
            </a:pPr>
            <a:r>
              <a:rPr sz="1300" b="0">
                <a:solidFill>
                  <a:srgbClr val="1F2A37"/>
                </a:solidFill>
                <a:latin typeface="맑은 고딕"/>
              </a:rPr>
              <a:t>•  Tool wear: 0~253분, 비교적 균등 (교체 시 리셋)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EDA  (2/5)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타겟 — 클래스 불균형 &amp; Type별 고장률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eda_failur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40" y="1783080"/>
            <a:ext cx="335280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31596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정상 9,661 (96.6%)  vs  불량 339 (3.39%)</a:t>
            </a:r>
          </a:p>
        </p:txBody>
      </p:sp>
      <p:pic>
        <p:nvPicPr>
          <p:cNvPr id="8" name="Picture 7" descr="eda_failrate_by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923" y="1783080"/>
            <a:ext cx="3370634" cy="2514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09360" y="431596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Type별 고장률 — L 3.92% &gt; M 2.77% &gt; H 2.09%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09160"/>
            <a:ext cx="1060704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극심한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불균형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— '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전부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정상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'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베이스라인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정확도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96.6% →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accuracy는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지표로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무의미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</a:t>
            </a:r>
            <a:r>
              <a:rPr lang="en-US"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불량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(1)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클래스의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정밀도·재현율·</a:t>
            </a:r>
            <a:r>
              <a:rPr sz="1300" b="1" dirty="0">
                <a:solidFill>
                  <a:srgbClr val="1F2A37"/>
                </a:solidFill>
                <a:latin typeface="맑은 고딕"/>
              </a:rPr>
              <a:t>F1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+ ROC-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AUC로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평가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저가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등급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(L)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일수록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고장률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↑ —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내구성·공차가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낮은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것으로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해석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EDA  (4/5)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상관관계 &amp; 다중공선성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eda_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" y="1783080"/>
            <a:ext cx="490728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192024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기온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↔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공정온도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+0.88 (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강한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양의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상관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→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다중공선성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)</a:t>
            </a:r>
          </a:p>
          <a:p>
            <a:pPr>
              <a:spcAft>
                <a:spcPts val="11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회전속도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↔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토크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−0.88 (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일정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출력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가정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시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물리적으로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당연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)</a:t>
            </a:r>
          </a:p>
          <a:p>
            <a:pPr>
              <a:spcAft>
                <a:spcPts val="11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Machine failure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상관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Torque 0.19 &gt; Tool wear 0.11 &gt; Air temp 0.08</a:t>
            </a:r>
          </a:p>
          <a:p>
            <a:pPr>
              <a:spcAft>
                <a:spcPts val="11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개별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변수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하나로는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고장을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설명하는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힘이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약하다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11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선형모델·특성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선택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시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공선성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주의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EDA  (5/5)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고장 여부별 변수 분포 → 핵심 가설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eda_boxplot_by_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658368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78308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고장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시: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Torque·Tool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wear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높음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회전속도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낮은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경향</a:t>
            </a:r>
            <a:endParaRPr sz="125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토크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–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회전속도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역상관과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일치</a:t>
            </a:r>
            <a:endParaRPr sz="125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온도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자체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(Air/Process)는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정상·불량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차이가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작음</a:t>
            </a:r>
            <a:endParaRPr sz="1250" b="0" dirty="0">
              <a:solidFill>
                <a:srgbClr val="1F2A37"/>
              </a:solidFill>
              <a:latin typeface="맑은 고딕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22960" y="5486400"/>
            <a:ext cx="10698480" cy="960120"/>
          </a:xfrm>
          <a:prstGeom prst="roundRect">
            <a:avLst/>
          </a:prstGeom>
          <a:solidFill>
            <a:srgbClr val="F2F4F7"/>
          </a:solidFill>
          <a:ln w="19050">
            <a:solidFill>
              <a:srgbClr val="03C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03C75A"/>
                </a:solidFill>
                <a:latin typeface="맑은 고딕"/>
              </a:rPr>
              <a:t>핵심 가설</a:t>
            </a:r>
          </a:p>
          <a:p>
            <a:r>
              <a:rPr sz="1100" b="0">
                <a:solidFill>
                  <a:srgbClr val="1F2A37"/>
                </a:solidFill>
                <a:latin typeface="맑은 고딕"/>
              </a:rPr>
              <a:t>온도 '값'보다 온도 '차', 개별 값보다 실제 고장 판정에 쓰이는 '조합(차·곱·구간)'이 더 강한 신호다  →  1·2·3차 모델링에서 검증한다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2 · 데이터 전처리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학습에 넣기까지 — 파이프라인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913370"/>
            <a:ext cx="713232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0" dirty="0">
                <a:solidFill>
                  <a:srgbClr val="1F2A37"/>
                </a:solidFill>
                <a:latin typeface="맑은 고딕"/>
              </a:rPr>
              <a:t>•  train / test = 8 : 2,  stratify=y 로 </a:t>
            </a:r>
            <a:r>
              <a:rPr sz="1350" b="0" dirty="0" err="1">
                <a:solidFill>
                  <a:srgbClr val="1F2A37"/>
                </a:solidFill>
                <a:latin typeface="맑은 고딕"/>
              </a:rPr>
              <a:t>정상</a:t>
            </a:r>
            <a:r>
              <a:rPr sz="1350" b="0" dirty="0">
                <a:solidFill>
                  <a:srgbClr val="1F2A37"/>
                </a:solidFill>
                <a:latin typeface="맑은 고딕"/>
              </a:rPr>
              <a:t>/</a:t>
            </a:r>
            <a:r>
              <a:rPr sz="1350" b="0" dirty="0" err="1">
                <a:solidFill>
                  <a:srgbClr val="1F2A37"/>
                </a:solidFill>
                <a:latin typeface="맑은 고딕"/>
              </a:rPr>
              <a:t>불량</a:t>
            </a:r>
            <a:r>
              <a:rPr sz="13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50" b="0" dirty="0" err="1">
                <a:solidFill>
                  <a:srgbClr val="1F2A37"/>
                </a:solidFill>
                <a:latin typeface="맑은 고딕"/>
              </a:rPr>
              <a:t>비율</a:t>
            </a:r>
            <a:r>
              <a:rPr sz="13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50" b="0" dirty="0" err="1">
                <a:solidFill>
                  <a:srgbClr val="1F2A37"/>
                </a:solidFill>
                <a:latin typeface="맑은 고딕"/>
              </a:rPr>
              <a:t>유지</a:t>
            </a:r>
            <a:endParaRPr sz="135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50" b="0" dirty="0" err="1">
                <a:solidFill>
                  <a:srgbClr val="1F2A37"/>
                </a:solidFill>
                <a:latin typeface="맑은 고딕"/>
              </a:rPr>
              <a:t>MinMaxScaler</a:t>
            </a:r>
            <a:r>
              <a:rPr sz="1350" b="0" dirty="0">
                <a:solidFill>
                  <a:srgbClr val="1F2A37"/>
                </a:solidFill>
                <a:latin typeface="맑은 고딕"/>
              </a:rPr>
              <a:t> 0~1 </a:t>
            </a:r>
            <a:r>
              <a:rPr sz="1350" b="0" dirty="0" err="1">
                <a:solidFill>
                  <a:srgbClr val="1F2A37"/>
                </a:solidFill>
                <a:latin typeface="맑은 고딕"/>
              </a:rPr>
              <a:t>정규화</a:t>
            </a:r>
            <a:endParaRPr sz="1350" b="0" dirty="0">
              <a:solidFill>
                <a:srgbClr val="1F2A37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모델링 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1차 — Baseline  (model_1.ipynb)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10972800" cy="582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원본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변수만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+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MinMax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정규화</a:t>
            </a:r>
            <a:r>
              <a:rPr lang="en-US" sz="130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파생변수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없음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모델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3종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단순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비교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RF</a:t>
            </a:r>
            <a:r>
              <a:rPr lang="en-US"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·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XGBoost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·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LightGBM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2539570"/>
              </p:ext>
            </p:extLst>
          </p:nvPr>
        </p:nvGraphicFramePr>
        <p:xfrm>
          <a:off x="822960" y="2971800"/>
          <a:ext cx="10515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정확도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정밀도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재현율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F1-score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2A37"/>
                          </a:solidFill>
                          <a:latin typeface="맑은 고딕"/>
                        </a:rPr>
                        <a:t>Random Fores</a:t>
                      </a:r>
                      <a:r>
                        <a:rPr lang="en-US" sz="1200" b="0" dirty="0">
                          <a:solidFill>
                            <a:srgbClr val="1F2A37"/>
                          </a:solidFill>
                          <a:latin typeface="맑은 고딕"/>
                        </a:rPr>
                        <a:t>t</a:t>
                      </a:r>
                      <a:endParaRPr sz="120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0.942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XGBoost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0.984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0.91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0.59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0.71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LightGBM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0.62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0.73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70916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1F2A37"/>
                </a:solidFill>
                <a:latin typeface="맑은 고딕"/>
              </a:rPr>
              <a:t>•  RF는 재현율 0.85로 높지만 정밀도 0.35 (정상을 불량으로 오탐 99건)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F2A37"/>
                </a:solidFill>
                <a:latin typeface="맑은 고딕"/>
              </a:rPr>
              <a:t>•  XGBoost/LightGBM은 정밀도 0.9대지만 재현율 0.6 전후 — 실제 불량의 약 40%를 놓침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F2A37"/>
                </a:solidFill>
                <a:latin typeface="맑은 고딕"/>
              </a:rPr>
              <a:t>•  → 원본 변수만으로는 정밀도와 재현율을 동시에 잡는 모델이 없다  → 2차로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모델링 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2차 — 파생 피처 7개 + 하이퍼파라미터 튜닝  (model_2.ipynb)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676656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dirty="0">
                <a:solidFill>
                  <a:srgbClr val="1F2A37"/>
                </a:solidFill>
                <a:latin typeface="맑은 고딕"/>
              </a:rPr>
              <a:t>① </a:t>
            </a:r>
            <a:r>
              <a:rPr sz="1200" b="1" dirty="0" err="1">
                <a:solidFill>
                  <a:srgbClr val="1F2A37"/>
                </a:solidFill>
                <a:latin typeface="맑은 고딕"/>
              </a:rPr>
              <a:t>센서값을</a:t>
            </a:r>
            <a:r>
              <a:rPr sz="1200" b="1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1F2A37"/>
                </a:solidFill>
                <a:latin typeface="맑은 고딕"/>
              </a:rPr>
              <a:t>파생</a:t>
            </a:r>
            <a:r>
              <a:rPr sz="1200" b="1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1F2A37"/>
                </a:solidFill>
                <a:latin typeface="맑은 고딕"/>
              </a:rPr>
              <a:t>피처</a:t>
            </a:r>
            <a:r>
              <a:rPr sz="1200" b="1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1F2A37"/>
                </a:solidFill>
                <a:latin typeface="맑은 고딕"/>
              </a:rPr>
              <a:t>생성</a:t>
            </a:r>
            <a:endParaRPr sz="1200" b="1" dirty="0">
              <a:solidFill>
                <a:srgbClr val="1F2A37"/>
              </a:solidFill>
              <a:latin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1369740"/>
              </p:ext>
            </p:extLst>
          </p:nvPr>
        </p:nvGraphicFramePr>
        <p:xfrm>
          <a:off x="685800" y="1971676"/>
          <a:ext cx="47548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파생 피처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계산식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A37"/>
                          </a:solidFill>
                          <a:latin typeface="맑은 고딕"/>
                        </a:rPr>
                        <a:t>Power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회전속도</a:t>
                      </a:r>
                      <a:r>
                        <a:rPr sz="100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× </a:t>
                      </a:r>
                      <a:r>
                        <a:rPr sz="100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토크</a:t>
                      </a:r>
                      <a:endParaRPr sz="100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A37"/>
                          </a:solidFill>
                          <a:latin typeface="맑은 고딕"/>
                        </a:rPr>
                        <a:t>Temp_diff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공정온도</a:t>
                      </a:r>
                      <a:r>
                        <a:rPr sz="100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− </a:t>
                      </a:r>
                      <a:r>
                        <a:rPr sz="100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기온</a:t>
                      </a:r>
                      <a:endParaRPr sz="100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A37"/>
                          </a:solidFill>
                          <a:latin typeface="맑은 고딕"/>
                        </a:rPr>
                        <a:t>Power_wear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1F2A37"/>
                          </a:solidFill>
                          <a:latin typeface="맑은 고딕"/>
                        </a:rPr>
                        <a:t>Power × </a:t>
                      </a:r>
                      <a:r>
                        <a:rPr sz="100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공구마모</a:t>
                      </a:r>
                      <a:endParaRPr sz="100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A37"/>
                          </a:solidFill>
                          <a:latin typeface="맑은 고딕"/>
                        </a:rPr>
                        <a:t>Torque_per_RPM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A37"/>
                          </a:solidFill>
                          <a:latin typeface="맑은 고딕"/>
                        </a:rPr>
                        <a:t>토크 ÷ (회전속도 + 1)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A37"/>
                          </a:solidFill>
                          <a:latin typeface="맑은 고딕"/>
                        </a:rPr>
                        <a:t>Torque_wear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A37"/>
                          </a:solidFill>
                          <a:latin typeface="맑은 고딕"/>
                        </a:rPr>
                        <a:t>토크 × 공구마모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A37"/>
                          </a:solidFill>
                          <a:latin typeface="맑은 고딕"/>
                        </a:rPr>
                        <a:t>Temp_Torque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A37"/>
                          </a:solidFill>
                          <a:latin typeface="맑은 고딕"/>
                        </a:rPr>
                        <a:t>Temp_diff × 토크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4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A37"/>
                          </a:solidFill>
                          <a:latin typeface="맑은 고딕"/>
                        </a:rPr>
                        <a:t>Temp_ratio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공정온도</a:t>
                      </a:r>
                      <a:r>
                        <a:rPr sz="100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÷ </a:t>
                      </a:r>
                      <a:r>
                        <a:rPr sz="100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기온</a:t>
                      </a:r>
                      <a:endParaRPr sz="100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1627632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2A37"/>
                </a:solidFill>
                <a:latin typeface="맑은 고딕"/>
              </a:rPr>
              <a:t>② RandomForest 튜닝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057400"/>
            <a:ext cx="411480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100" b="0" dirty="0" err="1">
                <a:solidFill>
                  <a:srgbClr val="1F2A37"/>
                </a:solidFill>
                <a:latin typeface="맑은 고딕"/>
              </a:rPr>
              <a:t>RandomizedSearchCV</a:t>
            </a:r>
            <a:endParaRPr lang="en-US" sz="11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lang="en-US" sz="1100" b="0" dirty="0">
                <a:solidFill>
                  <a:srgbClr val="1F2A37"/>
                </a:solidFill>
                <a:latin typeface="맑은 고딕"/>
              </a:rPr>
              <a:t>   - </a:t>
            </a:r>
            <a:r>
              <a:rPr lang="ko-KR" altLang="en-US" sz="1100" dirty="0" err="1">
                <a:solidFill>
                  <a:srgbClr val="1F2A37"/>
                </a:solidFill>
                <a:latin typeface="맑은 고딕"/>
              </a:rPr>
              <a:t>하이퍼파라미터</a:t>
            </a:r>
            <a:r>
              <a:rPr lang="ko-KR" altLang="en-US" sz="1100" dirty="0">
                <a:solidFill>
                  <a:srgbClr val="1F2A37"/>
                </a:solidFill>
                <a:latin typeface="맑은 고딕"/>
              </a:rPr>
              <a:t> 후보 중 일부만 무작위로 뽑아서 </a:t>
            </a:r>
            <a:r>
              <a:rPr lang="ko-KR" altLang="en-US" sz="1100" dirty="0" err="1">
                <a:solidFill>
                  <a:srgbClr val="1F2A37"/>
                </a:solidFill>
                <a:latin typeface="맑은 고딕"/>
              </a:rPr>
              <a:t>하이퍼파라미터</a:t>
            </a:r>
            <a:r>
              <a:rPr lang="ko-KR" altLang="en-US" sz="1100" dirty="0">
                <a:solidFill>
                  <a:srgbClr val="1F2A37"/>
                </a:solidFill>
                <a:latin typeface="맑은 고딕"/>
              </a:rPr>
              <a:t> </a:t>
            </a:r>
            <a:r>
              <a:rPr lang="ko-KR" altLang="en-US" sz="1100" dirty="0" err="1">
                <a:solidFill>
                  <a:srgbClr val="1F2A37"/>
                </a:solidFill>
                <a:latin typeface="맑은 고딕"/>
              </a:rPr>
              <a:t>서칭</a:t>
            </a:r>
            <a:endParaRPr lang="en-US" sz="11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1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100" b="0" dirty="0" err="1">
                <a:solidFill>
                  <a:srgbClr val="1F2A37"/>
                </a:solidFill>
                <a:latin typeface="맑은 고딕"/>
              </a:rPr>
              <a:t>최적</a:t>
            </a:r>
            <a:r>
              <a:rPr sz="11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1F2A37"/>
                </a:solidFill>
                <a:latin typeface="맑은 고딕"/>
              </a:rPr>
              <a:t>파라미터</a:t>
            </a:r>
            <a:endParaRPr sz="1100" b="0" dirty="0">
              <a:solidFill>
                <a:srgbClr val="1F2A37"/>
              </a:solidFill>
              <a:latin typeface="맑은 고딕"/>
            </a:endParaRPr>
          </a:p>
          <a:p>
            <a:pPr lvl="1">
              <a:spcAft>
                <a:spcPts val="600"/>
              </a:spcAft>
            </a:pPr>
            <a:r>
              <a:rPr sz="1000" b="0" dirty="0">
                <a:solidFill>
                  <a:srgbClr val="5B6672"/>
                </a:solidFill>
                <a:latin typeface="맑은 고딕"/>
              </a:rPr>
              <a:t>–  </a:t>
            </a:r>
            <a:r>
              <a:rPr sz="1000" b="0" dirty="0" err="1">
                <a:solidFill>
                  <a:srgbClr val="5B6672"/>
                </a:solidFill>
                <a:latin typeface="맑은 고딕"/>
              </a:rPr>
              <a:t>n_estimators</a:t>
            </a:r>
            <a:r>
              <a:rPr sz="1000" b="0" dirty="0">
                <a:solidFill>
                  <a:srgbClr val="5B6672"/>
                </a:solidFill>
                <a:latin typeface="맑은 고딕"/>
              </a:rPr>
              <a:t>=300, </a:t>
            </a:r>
            <a:r>
              <a:rPr sz="1000" b="0" dirty="0" err="1">
                <a:solidFill>
                  <a:srgbClr val="5B6672"/>
                </a:solidFill>
                <a:latin typeface="맑은 고딕"/>
              </a:rPr>
              <a:t>max_depth</a:t>
            </a:r>
            <a:r>
              <a:rPr sz="1000" b="0" dirty="0">
                <a:solidFill>
                  <a:srgbClr val="5B6672"/>
                </a:solidFill>
                <a:latin typeface="맑은 고딕"/>
              </a:rPr>
              <a:t>=None,</a:t>
            </a:r>
          </a:p>
          <a:p>
            <a:pPr lvl="1">
              <a:spcAft>
                <a:spcPts val="600"/>
              </a:spcAft>
            </a:pPr>
            <a:r>
              <a:rPr sz="1000" b="0" dirty="0">
                <a:solidFill>
                  <a:srgbClr val="5B6672"/>
                </a:solidFill>
                <a:latin typeface="맑은 고딕"/>
              </a:rPr>
              <a:t>–  </a:t>
            </a:r>
            <a:r>
              <a:rPr sz="1000" b="0" dirty="0" err="1">
                <a:solidFill>
                  <a:srgbClr val="5B6672"/>
                </a:solidFill>
                <a:latin typeface="맑은 고딕"/>
              </a:rPr>
              <a:t>min_samples_leaf</a:t>
            </a:r>
            <a:r>
              <a:rPr sz="1000" b="0" dirty="0">
                <a:solidFill>
                  <a:srgbClr val="5B6672"/>
                </a:solidFill>
                <a:latin typeface="맑은 고딕"/>
              </a:rPr>
              <a:t>=2, </a:t>
            </a:r>
            <a:r>
              <a:rPr sz="1000" b="0" dirty="0" err="1">
                <a:solidFill>
                  <a:srgbClr val="5B6672"/>
                </a:solidFill>
                <a:latin typeface="맑은 고딕"/>
              </a:rPr>
              <a:t>max_features</a:t>
            </a:r>
            <a:r>
              <a:rPr sz="1000" b="0" dirty="0">
                <a:solidFill>
                  <a:srgbClr val="5B6672"/>
                </a:solidFill>
                <a:latin typeface="맑은 고딕"/>
              </a:rPr>
              <a:t>=log2,</a:t>
            </a:r>
          </a:p>
          <a:p>
            <a:pPr lvl="1">
              <a:spcAft>
                <a:spcPts val="600"/>
              </a:spcAft>
            </a:pPr>
            <a:r>
              <a:rPr sz="1000" b="0" dirty="0">
                <a:solidFill>
                  <a:srgbClr val="5B6672"/>
                </a:solidFill>
                <a:latin typeface="맑은 고딕"/>
              </a:rPr>
              <a:t>–  </a:t>
            </a:r>
            <a:r>
              <a:rPr sz="1000" b="0" dirty="0" err="1">
                <a:solidFill>
                  <a:srgbClr val="5B6672"/>
                </a:solidFill>
                <a:latin typeface="맑은 고딕"/>
              </a:rPr>
              <a:t>class_weight</a:t>
            </a:r>
            <a:r>
              <a:rPr sz="1000" b="0" dirty="0">
                <a:solidFill>
                  <a:srgbClr val="5B6672"/>
                </a:solidFill>
                <a:latin typeface="맑은 고딕"/>
              </a:rPr>
              <a:t>={0:1, 1:8}</a:t>
            </a:r>
          </a:p>
          <a:p>
            <a:pPr>
              <a:spcAft>
                <a:spcPts val="600"/>
              </a:spcAft>
            </a:pPr>
            <a:r>
              <a:rPr sz="1100" b="0" dirty="0">
                <a:solidFill>
                  <a:srgbClr val="1F2A37"/>
                </a:solidFill>
                <a:latin typeface="맑은 고딕"/>
              </a:rPr>
              <a:t>•  CV </a:t>
            </a:r>
            <a:r>
              <a:rPr sz="1100" b="0" dirty="0" err="1">
                <a:solidFill>
                  <a:srgbClr val="1F2A37"/>
                </a:solidFill>
                <a:latin typeface="맑은 고딕"/>
              </a:rPr>
              <a:t>재현율</a:t>
            </a:r>
            <a:r>
              <a:rPr sz="1100" b="0" dirty="0">
                <a:solidFill>
                  <a:srgbClr val="1F2A37"/>
                </a:solidFill>
                <a:latin typeface="맑은 고딕"/>
              </a:rPr>
              <a:t>(best) 0.995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666EA-2E30-64C3-3EDC-75345632B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7183C86-BEBB-D2D9-5FB0-0E37A6ECB557}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E33586-D222-6FEF-3553-9B607FCF15AB}"/>
              </a:ext>
            </a:extLst>
          </p:cNvPr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모델링  (2/3)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8BA872-1313-5798-C67E-3DD60AC9E5F1}"/>
              </a:ext>
            </a:extLst>
          </p:cNvPr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2차 — 파생 피처 7개 + 하이퍼파라미터 튜닝  (model_2.ipynb)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040FC7-DE07-45CD-9A55-709116EACE3B}"/>
              </a:ext>
            </a:extLst>
          </p:cNvPr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8636B10-6CB0-DF79-B87C-E98E0EF61D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6808313"/>
              </p:ext>
            </p:extLst>
          </p:nvPr>
        </p:nvGraphicFramePr>
        <p:xfrm>
          <a:off x="685800" y="1737360"/>
          <a:ext cx="106070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정확도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정밀도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재현율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F1-score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Random Forest (</a:t>
                      </a:r>
                      <a:r>
                        <a:rPr sz="11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파생</a:t>
                      </a:r>
                      <a:r>
                        <a:rPr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피처</a:t>
                      </a:r>
                      <a:r>
                        <a:rPr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+ </a:t>
                      </a:r>
                      <a:r>
                        <a:rPr sz="11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튜닝</a:t>
                      </a:r>
                      <a:r>
                        <a:rPr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</a:t>
                      </a:r>
                      <a:r>
                        <a:rPr 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88</a:t>
                      </a:r>
                      <a:endParaRPr sz="11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0.22</a:t>
                      </a:r>
                      <a:endParaRPr sz="11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0.95</a:t>
                      </a:r>
                      <a:endParaRPr sz="11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맑은 고딕"/>
                        </a:rPr>
                        <a:t>0.35</a:t>
                      </a:r>
                      <a:endParaRPr sz="1150" b="1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XGBoost</a:t>
                      </a:r>
                      <a:r>
                        <a:rPr 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파생 피처 </a:t>
                      </a:r>
                      <a:r>
                        <a:rPr lang="en-US" altLang="ko-KR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+ </a:t>
                      </a:r>
                      <a:r>
                        <a:rPr lang="ko-KR" alt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튜닝</a:t>
                      </a:r>
                      <a:r>
                        <a:rPr lang="en-US" altLang="ko-KR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)</a:t>
                      </a:r>
                      <a:endParaRPr sz="11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0.98</a:t>
                      </a:r>
                      <a:endParaRPr sz="11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0.57</a:t>
                      </a:r>
                      <a:endParaRPr sz="11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0.82</a:t>
                      </a:r>
                      <a:endParaRPr sz="11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맑은 고딕"/>
                        </a:rPr>
                        <a:t>0.67</a:t>
                      </a:r>
                      <a:endParaRPr sz="1150" b="1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43293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lightGBM</a:t>
                      </a:r>
                      <a:r>
                        <a:rPr 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파생 피처 </a:t>
                      </a:r>
                      <a:r>
                        <a:rPr lang="en-US" altLang="ko-KR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+ </a:t>
                      </a:r>
                      <a:r>
                        <a:rPr lang="ko-KR" alt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튜닝</a:t>
                      </a:r>
                      <a:r>
                        <a:rPr lang="en-US" altLang="ko-KR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)</a:t>
                      </a:r>
                      <a:endParaRPr sz="11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0.98</a:t>
                      </a:r>
                      <a:endParaRPr sz="11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0.61</a:t>
                      </a:r>
                      <a:endParaRPr sz="11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0.79</a:t>
                      </a:r>
                      <a:endParaRPr sz="11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맑은 고딕"/>
                        </a:rPr>
                        <a:t>0.69</a:t>
                      </a:r>
                      <a:endParaRPr sz="1150" b="1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90754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F907B65-2634-936C-6F42-2A17F9F1B9EF}"/>
              </a:ext>
            </a:extLst>
          </p:cNvPr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004044-F5A7-04A5-1AC7-E92C9082B204}"/>
              </a:ext>
            </a:extLst>
          </p:cNvPr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851F7D-740E-0725-87D0-53B79B23CADA}"/>
              </a:ext>
            </a:extLst>
          </p:cNvPr>
          <p:cNvSpPr txBox="1"/>
          <p:nvPr/>
        </p:nvSpPr>
        <p:spPr>
          <a:xfrm>
            <a:off x="792480" y="3429000"/>
            <a:ext cx="895096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ko-KR" altLang="ko-KR" sz="1600" b="1" i="0" dirty="0">
                <a:solidFill>
                  <a:schemeClr val="tx1"/>
                </a:solidFill>
                <a:effectLst/>
                <a:latin typeface="+mn-lt"/>
              </a:rPr>
              <a:t>성능 분석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ko-KR" altLang="ko-KR" sz="1200" b="1" i="0" dirty="0" err="1">
                <a:solidFill>
                  <a:schemeClr val="tx1"/>
                </a:solidFill>
                <a:effectLst/>
                <a:latin typeface="+mn-lt"/>
              </a:rPr>
              <a:t>Random</a:t>
            </a:r>
            <a:r>
              <a:rPr lang="ko-KR" altLang="ko-KR" sz="1200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200" b="1" i="0" dirty="0" err="1">
                <a:solidFill>
                  <a:schemeClr val="tx1"/>
                </a:solidFill>
                <a:effectLst/>
                <a:latin typeface="+mn-lt"/>
              </a:rPr>
              <a:t>Forest</a:t>
            </a:r>
            <a:r>
              <a:rPr lang="ko-KR" altLang="ko-KR" sz="1200" b="0" i="0" dirty="0" err="1">
                <a:solidFill>
                  <a:schemeClr val="tx1"/>
                </a:solidFill>
                <a:effectLst/>
                <a:latin typeface="+mn-lt"/>
              </a:rPr>
              <a:t>는</a:t>
            </a:r>
            <a:r>
              <a:rPr lang="en-US" altLang="ko-KR" sz="1200" b="0" i="0" dirty="0">
                <a:solidFill>
                  <a:schemeClr val="tx1"/>
                </a:solidFill>
                <a:effectLst/>
                <a:latin typeface="+mn-lt"/>
              </a:rPr>
              <a:t> 1</a:t>
            </a:r>
            <a:r>
              <a:rPr lang="ko-KR" altLang="en-US" sz="1200" b="0" i="0" dirty="0">
                <a:solidFill>
                  <a:schemeClr val="tx1"/>
                </a:solidFill>
                <a:effectLst/>
                <a:latin typeface="+mn-lt"/>
              </a:rPr>
              <a:t>차에 비해 </a:t>
            </a:r>
            <a:r>
              <a:rPr lang="en-US" altLang="ko-KR" sz="1200" b="0" i="0" dirty="0">
                <a:solidFill>
                  <a:schemeClr val="tx1"/>
                </a:solidFill>
                <a:effectLst/>
                <a:latin typeface="+mn-lt"/>
              </a:rPr>
              <a:t>F1</a:t>
            </a:r>
            <a:r>
              <a:rPr lang="ko-KR" altLang="en-US" sz="1200" b="0" i="0" dirty="0">
                <a:solidFill>
                  <a:schemeClr val="tx1"/>
                </a:solidFill>
                <a:effectLst/>
                <a:latin typeface="+mn-lt"/>
              </a:rPr>
              <a:t>이 </a:t>
            </a:r>
            <a:r>
              <a:rPr lang="en-US" altLang="ko-KR" sz="1200" dirty="0"/>
              <a:t>0.2 </a:t>
            </a:r>
            <a:r>
              <a:rPr lang="ko-KR" altLang="en-US" sz="1200" dirty="0"/>
              <a:t>감소</a:t>
            </a:r>
            <a:endParaRPr lang="ko-KR" altLang="ko-KR" sz="12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ko-KR" altLang="ko-KR" sz="1200" b="1" i="0" dirty="0" err="1">
                <a:solidFill>
                  <a:schemeClr val="tx1"/>
                </a:solidFill>
                <a:effectLst/>
                <a:latin typeface="+mn-lt"/>
              </a:rPr>
              <a:t>XGBoost</a:t>
            </a:r>
            <a:r>
              <a:rPr lang="en-US" altLang="ko-KR" sz="1200" b="1" i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US" altLang="ko-KR" sz="1200" b="1" i="0" dirty="0" err="1">
                <a:solidFill>
                  <a:schemeClr val="tx1"/>
                </a:solidFill>
                <a:effectLst/>
                <a:latin typeface="+mn-lt"/>
              </a:rPr>
              <a:t>lightGBM</a:t>
            </a:r>
            <a:r>
              <a:rPr lang="ko-KR" altLang="en-US" sz="1200" b="0" i="0" dirty="0">
                <a:solidFill>
                  <a:schemeClr val="tx1"/>
                </a:solidFill>
                <a:effectLst/>
                <a:latin typeface="+mn-lt"/>
              </a:rPr>
              <a:t>은</a:t>
            </a:r>
            <a:r>
              <a:rPr lang="ko-KR" altLang="ko-KR" sz="12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altLang="ko-KR" sz="1200" b="0" i="0" dirty="0">
                <a:solidFill>
                  <a:schemeClr val="tx1"/>
                </a:solidFill>
                <a:effectLst/>
                <a:latin typeface="+mn-lt"/>
              </a:rPr>
              <a:t>1</a:t>
            </a:r>
            <a:r>
              <a:rPr lang="ko-KR" altLang="en-US" sz="1200" b="0" i="0" dirty="0">
                <a:solidFill>
                  <a:schemeClr val="tx1"/>
                </a:solidFill>
                <a:effectLst/>
                <a:latin typeface="+mn-lt"/>
              </a:rPr>
              <a:t>차에 비해 </a:t>
            </a:r>
            <a:r>
              <a:rPr lang="en-US" altLang="ko-KR" sz="1200" b="0" i="0" dirty="0">
                <a:solidFill>
                  <a:schemeClr val="tx1"/>
                </a:solidFill>
                <a:effectLst/>
                <a:latin typeface="+mn-lt"/>
              </a:rPr>
              <a:t>F1</a:t>
            </a:r>
            <a:r>
              <a:rPr lang="ko-KR" altLang="en-US" sz="1200" b="0" i="0" dirty="0">
                <a:solidFill>
                  <a:schemeClr val="tx1"/>
                </a:solidFill>
                <a:effectLst/>
                <a:latin typeface="+mn-lt"/>
              </a:rPr>
              <a:t>이 </a:t>
            </a:r>
            <a:r>
              <a:rPr lang="en-US" altLang="ko-KR" sz="1200" dirty="0"/>
              <a:t>0.04 </a:t>
            </a:r>
            <a:r>
              <a:rPr lang="ko-KR" altLang="en-US" sz="1200" dirty="0"/>
              <a:t>감소</a:t>
            </a:r>
            <a:endParaRPr lang="ko-KR" altLang="ko-KR" sz="800" b="0" i="0" dirty="0">
              <a:solidFill>
                <a:srgbClr val="CCCCCC"/>
              </a:solidFill>
              <a:effectLst/>
              <a:latin typeface="-apple-system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F9D20A-A23C-E71F-8C45-54420F224D18}"/>
              </a:ext>
            </a:extLst>
          </p:cNvPr>
          <p:cNvSpPr txBox="1"/>
          <p:nvPr/>
        </p:nvSpPr>
        <p:spPr>
          <a:xfrm>
            <a:off x="792480" y="4816229"/>
            <a:ext cx="89509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ko-KR" altLang="en-US" sz="1600" b="1" dirty="0"/>
              <a:t>모델들의 전체적인 분석</a:t>
            </a:r>
            <a:br>
              <a:rPr lang="en-US" altLang="ko-KR" sz="1200" b="1" dirty="0"/>
            </a:br>
            <a:r>
              <a:rPr lang="en-US" altLang="ko-KR" sz="1200" dirty="0"/>
              <a:t>- 3</a:t>
            </a:r>
            <a:r>
              <a:rPr lang="ko-KR" altLang="en-US" sz="1200" dirty="0"/>
              <a:t>개의 모델 모두 </a:t>
            </a:r>
            <a:r>
              <a:rPr lang="ko-KR" altLang="en-US" sz="1200" i="0" dirty="0">
                <a:solidFill>
                  <a:schemeClr val="tx1"/>
                </a:solidFill>
                <a:effectLst/>
                <a:latin typeface="+mn-lt"/>
              </a:rPr>
              <a:t>피처 엔지니어링 및 </a:t>
            </a:r>
            <a:r>
              <a:rPr lang="ko-KR" altLang="en-US" sz="1200" i="0" dirty="0" err="1">
                <a:solidFill>
                  <a:schemeClr val="tx1"/>
                </a:solidFill>
                <a:effectLst/>
                <a:latin typeface="+mn-lt"/>
              </a:rPr>
              <a:t>하이퍼파라미터</a:t>
            </a:r>
            <a:r>
              <a:rPr lang="ko-KR" altLang="en-US" sz="120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en-US" sz="1200" i="0" dirty="0" err="1">
                <a:solidFill>
                  <a:schemeClr val="tx1"/>
                </a:solidFill>
                <a:effectLst/>
                <a:latin typeface="+mn-lt"/>
              </a:rPr>
              <a:t>서칭이</a:t>
            </a:r>
            <a:r>
              <a:rPr lang="ko-KR" altLang="en-US" sz="1200" i="0" dirty="0">
                <a:solidFill>
                  <a:schemeClr val="tx1"/>
                </a:solidFill>
                <a:effectLst/>
                <a:latin typeface="+mn-lt"/>
              </a:rPr>
              <a:t> 큰 효과가 없었고 오히려 </a:t>
            </a:r>
            <a:r>
              <a:rPr lang="ko-KR" altLang="en-US" sz="1200" i="0" dirty="0" err="1">
                <a:solidFill>
                  <a:schemeClr val="tx1"/>
                </a:solidFill>
                <a:effectLst/>
                <a:latin typeface="+mn-lt"/>
              </a:rPr>
              <a:t>오버피팅으로</a:t>
            </a:r>
            <a:r>
              <a:rPr lang="ko-KR" altLang="en-US" sz="1200" i="0" dirty="0">
                <a:solidFill>
                  <a:schemeClr val="tx1"/>
                </a:solidFill>
                <a:effectLst/>
                <a:latin typeface="+mn-lt"/>
              </a:rPr>
              <a:t> 인해</a:t>
            </a:r>
            <a:br>
              <a:rPr lang="en-US" altLang="ko-KR" sz="120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altLang="ko-KR" sz="1200" i="0" dirty="0">
                <a:solidFill>
                  <a:schemeClr val="tx1"/>
                </a:solidFill>
                <a:effectLst/>
                <a:latin typeface="+mn-lt"/>
              </a:rPr>
              <a:t>F1-Score</a:t>
            </a:r>
            <a:r>
              <a:rPr lang="ko-KR" altLang="en-US" sz="1200" i="0" dirty="0">
                <a:solidFill>
                  <a:schemeClr val="tx1"/>
                </a:solidFill>
                <a:effectLst/>
                <a:latin typeface="+mn-lt"/>
              </a:rPr>
              <a:t>가 </a:t>
            </a:r>
            <a:r>
              <a:rPr lang="ko-KR" altLang="en-US" sz="1200" i="0" dirty="0" err="1">
                <a:solidFill>
                  <a:schemeClr val="tx1"/>
                </a:solidFill>
                <a:effectLst/>
                <a:latin typeface="+mn-lt"/>
              </a:rPr>
              <a:t>떨어진것으로</a:t>
            </a:r>
            <a:r>
              <a:rPr lang="ko-KR" altLang="en-US" sz="1200" i="0" dirty="0">
                <a:solidFill>
                  <a:schemeClr val="tx1"/>
                </a:solidFill>
                <a:effectLst/>
                <a:latin typeface="+mn-lt"/>
              </a:rPr>
              <a:t> 판단됨</a:t>
            </a:r>
            <a:endParaRPr lang="ko-KR" altLang="ko-KR" sz="1200" i="0" dirty="0"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76382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모델링 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3차 — 위험구간(risk_zone) 피처  (model_3.ipynb, 최종)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접근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전환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모델이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규칙을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찾게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두지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말고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</a:t>
            </a:r>
          </a:p>
          <a:p>
            <a:pPr lvl="1">
              <a:spcAft>
                <a:spcPts val="700"/>
              </a:spcAft>
            </a:pPr>
            <a:r>
              <a:rPr sz="1150" b="0" dirty="0">
                <a:solidFill>
                  <a:srgbClr val="5B6672"/>
                </a:solidFill>
                <a:latin typeface="맑은 고딕"/>
              </a:rPr>
              <a:t>–  UCI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공식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문서의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고장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판정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임계값을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직접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피처로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주입</a:t>
            </a:r>
            <a:endParaRPr sz="1150" b="0" dirty="0">
              <a:solidFill>
                <a:srgbClr val="5B6672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hdf_zone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온도차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&lt;8.6K AND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회전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&lt;1380rpm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pwf_zone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동력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&lt;3500W OR &gt;9000W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osf_zone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토크×마모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&gt;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Type별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임계값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(L11k/M12k/H13k)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high_wear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공구마모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&gt;200분   / 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risk_zone_count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합산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(0~4)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risk_zone_count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↔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고장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상관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0.630 (torque 0.191의 3배)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불량률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0개 0.11% / 1개 27.2% / 2개+ → 100%</a:t>
            </a:r>
          </a:p>
        </p:txBody>
      </p:sp>
      <p:pic>
        <p:nvPicPr>
          <p:cNvPr id="7" name="Picture 6" descr="modeling2_risk_zone_failure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8595" y="1737360"/>
            <a:ext cx="3250809" cy="2148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390448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위험구간 개수 vs 실제 불량률</a:t>
            </a:r>
          </a:p>
        </p:txBody>
      </p:sp>
      <p:pic>
        <p:nvPicPr>
          <p:cNvPr id="9" name="Picture 8" descr="modeling2_feature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047" y="4114800"/>
            <a:ext cx="2517906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628192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원본 변수 vs 파생변수(zone) — 불량 예측력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4 · 모델 검증 및 개선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Baseline vs Enhanced × 모델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modeling2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13728"/>
            <a:ext cx="6492240" cy="343638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466675"/>
              </p:ext>
            </p:extLst>
          </p:nvPr>
        </p:nvGraphicFramePr>
        <p:xfrm>
          <a:off x="7406640" y="1783080"/>
          <a:ext cx="32004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  <a:r>
                        <a:rPr sz="105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/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피처셋</a:t>
                      </a:r>
                      <a:endParaRPr sz="105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RF · Baseline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0.727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XGB · Baseline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0.756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LGBM · Baseline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RF · Enhanced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1F2A37"/>
                          </a:solidFill>
                          <a:latin typeface="맑은 고딕"/>
                        </a:rPr>
                        <a:t>0.912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XGB · Enhanced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0.884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LGBM · Enhanced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0.898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448056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0" dirty="0">
                <a:solidFill>
                  <a:srgbClr val="1F2A37"/>
                </a:solidFill>
                <a:latin typeface="맑은 고딕"/>
              </a:rPr>
              <a:t>•  3개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모델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전부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F1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상승</a:t>
            </a:r>
            <a:endParaRPr sz="1200" b="0" dirty="0">
              <a:solidFill>
                <a:srgbClr val="1F2A37"/>
              </a:solidFill>
              <a:latin typeface="맑은 고딕"/>
            </a:endParaRPr>
          </a:p>
          <a:p>
            <a:pPr lvl="1">
              <a:spcAft>
                <a:spcPts val="700"/>
              </a:spcAft>
            </a:pPr>
            <a:r>
              <a:rPr sz="1100" b="0" dirty="0">
                <a:solidFill>
                  <a:srgbClr val="5B6672"/>
                </a:solidFill>
                <a:latin typeface="맑은 고딕"/>
              </a:rPr>
              <a:t>–  RF +0.185 / XGB +0.128 / LGBM +0.098</a:t>
            </a:r>
          </a:p>
          <a:p>
            <a:pPr>
              <a:spcAft>
                <a:spcPts val="700"/>
              </a:spcAft>
            </a:pPr>
            <a:r>
              <a:rPr sz="120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특정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알고리즘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과적합이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아닌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일반적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효과</a:t>
            </a:r>
            <a:endParaRPr sz="1200" b="0" dirty="0">
              <a:solidFill>
                <a:srgbClr val="1F2A37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4 · 모델 검증 및 개선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혼동행렬 &amp; 최종 모델 채택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modeling2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678" y="1691640"/>
            <a:ext cx="5375283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73736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2A37"/>
                </a:solidFill>
                <a:latin typeface="맑은 고딕"/>
              </a:rPr>
              <a:t>•  Baseline 최고는 LightGBM (F1 0.800)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2A37"/>
                </a:solidFill>
                <a:latin typeface="맑은 고딕"/>
              </a:rPr>
              <a:t>•  Enhanced에서 Random Forest가 역전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맑은 고딕"/>
              </a:rPr>
              <a:t>–  F1 0.912 · 정밀도 1.000 · 재현율 0.838 · AUC 0.973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2A37"/>
                </a:solidFill>
                <a:latin typeface="맑은 고딕"/>
              </a:rPr>
              <a:t>•  재현율 0.838은 Enhanced 3모델 동일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맑은 고딕"/>
              </a:rPr>
              <a:t>–  risk_zone_count≥2 → 불량률 100% 규칙이 강력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2A37"/>
                </a:solidFill>
                <a:latin typeface="맑은 고딕"/>
              </a:rPr>
              <a:t>•  AUC는 6조합 0.970~0.974로 거의 동일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7504382"/>
              </p:ext>
            </p:extLst>
          </p:nvPr>
        </p:nvGraphicFramePr>
        <p:xfrm>
          <a:off x="685800" y="5212080"/>
          <a:ext cx="85039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접근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정밀도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재현율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Baseline + 임계값 0.3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2차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파생변수 + recall 튜닝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0.34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0.91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3차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위험구간 피처 (RF·Enhanced) ◀ 최종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0.838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0.912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418320" y="5257800"/>
            <a:ext cx="2377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dirty="0" err="1">
                <a:solidFill>
                  <a:srgbClr val="03C75A"/>
                </a:solidFill>
                <a:latin typeface="맑은 고딕"/>
              </a:rPr>
              <a:t>최종</a:t>
            </a:r>
            <a:r>
              <a:rPr sz="1100" b="1" dirty="0">
                <a:solidFill>
                  <a:srgbClr val="03C75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03C75A"/>
                </a:solidFill>
                <a:latin typeface="맑은 고딕"/>
              </a:rPr>
              <a:t>배포</a:t>
            </a:r>
            <a:endParaRPr sz="1100" b="1" dirty="0">
              <a:solidFill>
                <a:srgbClr val="03C75A"/>
              </a:solidFill>
              <a:latin typeface="맑은 고딕"/>
            </a:endParaRPr>
          </a:p>
          <a:p>
            <a:pPr algn="l">
              <a:spcAft>
                <a:spcPts val="400"/>
              </a:spcAft>
            </a:pPr>
            <a:r>
              <a:rPr sz="1000" b="0" dirty="0">
                <a:solidFill>
                  <a:srgbClr val="5B6672"/>
                </a:solidFill>
                <a:latin typeface="맑은 고딕"/>
              </a:rPr>
              <a:t>model/</a:t>
            </a:r>
            <a:r>
              <a:rPr sz="1000" b="0" dirty="0" err="1">
                <a:solidFill>
                  <a:srgbClr val="5B6672"/>
                </a:solidFill>
                <a:latin typeface="맑은 고딕"/>
              </a:rPr>
              <a:t>random_forest</a:t>
            </a:r>
            <a:r>
              <a:rPr sz="1000" b="0" dirty="0">
                <a:solidFill>
                  <a:srgbClr val="5B6672"/>
                </a:solidFill>
                <a:latin typeface="맑은 고딕"/>
              </a:rPr>
              <a:t>_
</a:t>
            </a:r>
            <a:r>
              <a:rPr sz="1000" b="0" dirty="0" err="1">
                <a:solidFill>
                  <a:srgbClr val="5B6672"/>
                </a:solidFill>
                <a:latin typeface="맑은 고딕"/>
              </a:rPr>
              <a:t>enhanced.joblib</a:t>
            </a:r>
            <a:endParaRPr sz="1000" b="0" dirty="0">
              <a:solidFill>
                <a:srgbClr val="5B6672"/>
              </a:solidFill>
              <a:latin typeface="맑은 고딕"/>
            </a:endParaRPr>
          </a:p>
          <a:p>
            <a:pPr algn="l">
              <a:spcAft>
                <a:spcPts val="0"/>
              </a:spcAft>
            </a:pPr>
            <a:r>
              <a:rPr sz="900" b="0" dirty="0">
                <a:solidFill>
                  <a:srgbClr val="5B6672"/>
                </a:solidFill>
                <a:latin typeface="맑은 고딕"/>
              </a:rPr>
              <a:t>model + features(15) +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5 · UI 시스템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아키텍처 — src/UI/ 4개 모듈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4030648"/>
              </p:ext>
            </p:extLst>
          </p:nvPr>
        </p:nvGraphicFramePr>
        <p:xfrm>
          <a:off x="658368" y="1848104"/>
          <a:ext cx="60350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모듈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  <a:endParaRPr sz="105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main.py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위젯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조립</a:t>
                      </a:r>
                      <a:r>
                        <a:rPr lang="en-US"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및 </a:t>
                      </a:r>
                      <a:r>
                        <a:rPr lang="en-US" altLang="ko-KR"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UI </a:t>
                      </a:r>
                      <a:r>
                        <a:rPr lang="ko-KR" altLang="en-US"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제공</a:t>
                      </a:r>
                      <a:endParaRPr sz="10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visualizer.py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CSV → matplotlib Figure (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그래프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12종)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crawler.py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검색어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네이버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뉴스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HTML →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기사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목록</a:t>
                      </a:r>
                      <a:endParaRPr sz="10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model_predictor.py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저장된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모델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로드</a:t>
                      </a:r>
                      <a:r>
                        <a:rPr lang="en-US"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,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입력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→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예측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/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지표</a:t>
                      </a:r>
                      <a:endParaRPr sz="10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5 · UI 시스템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72B4D"/>
                </a:solidFill>
                <a:latin typeface="맑은 고딕"/>
              </a:rPr>
              <a:t>기능 — 데스크톱 앱 (Tkinter)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41" y="1737360"/>
            <a:ext cx="4004636" cy="22036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407531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① 전체 데이터 한눈에 보기</a:t>
            </a:r>
          </a:p>
        </p:txBody>
      </p:sp>
      <p:pic>
        <p:nvPicPr>
          <p:cNvPr id="8" name="Picture 7" descr="U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09344"/>
            <a:ext cx="4004636" cy="22172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55118" y="3920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dirty="0">
                <a:solidFill>
                  <a:srgbClr val="5B6672"/>
                </a:solidFill>
                <a:latin typeface="맑은 고딕"/>
              </a:rPr>
              <a:t>③ </a:t>
            </a:r>
            <a:r>
              <a:rPr sz="900" b="0" dirty="0" err="1">
                <a:solidFill>
                  <a:srgbClr val="5B6672"/>
                </a:solidFill>
                <a:latin typeface="맑은 고딕"/>
              </a:rPr>
              <a:t>모델</a:t>
            </a:r>
            <a:r>
              <a:rPr sz="9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900" b="0" dirty="0" err="1">
                <a:solidFill>
                  <a:srgbClr val="5B6672"/>
                </a:solidFill>
                <a:latin typeface="맑은 고딕"/>
              </a:rPr>
              <a:t>입력</a:t>
            </a:r>
            <a:r>
              <a:rPr sz="900" b="0" dirty="0">
                <a:solidFill>
                  <a:srgbClr val="5B6672"/>
                </a:solidFill>
                <a:latin typeface="맑은 고딕"/>
              </a:rPr>
              <a:t> · </a:t>
            </a:r>
            <a:r>
              <a:rPr sz="900" b="0" dirty="0" err="1">
                <a:solidFill>
                  <a:srgbClr val="5B6672"/>
                </a:solidFill>
                <a:latin typeface="맑은 고딕"/>
              </a:rPr>
              <a:t>예측</a:t>
            </a:r>
            <a:endParaRPr sz="900" b="0" dirty="0">
              <a:solidFill>
                <a:srgbClr val="5B6672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26480" y="4172425"/>
            <a:ext cx="4339939" cy="2449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좌측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3개 탭</a:t>
            </a:r>
          </a:p>
          <a:p>
            <a:pPr lvl="1">
              <a:spcAft>
                <a:spcPts val="700"/>
              </a:spcAft>
            </a:pPr>
            <a:r>
              <a:rPr sz="1150" b="0" dirty="0">
                <a:solidFill>
                  <a:srgbClr val="5B6672"/>
                </a:solidFill>
                <a:latin typeface="맑은 고딕"/>
              </a:rPr>
              <a:t>–  ①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전체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데이터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: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요약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카드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4 +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그래프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12</a:t>
            </a:r>
          </a:p>
          <a:p>
            <a:pPr lvl="1">
              <a:spcAft>
                <a:spcPts val="700"/>
              </a:spcAft>
            </a:pPr>
            <a:r>
              <a:rPr sz="1150" b="0" dirty="0">
                <a:solidFill>
                  <a:srgbClr val="5B6672"/>
                </a:solidFill>
                <a:latin typeface="맑은 고딕"/>
              </a:rPr>
              <a:t>–  ②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모델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훈련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결과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: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지표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카드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5 +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비교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그래프</a:t>
            </a:r>
            <a:endParaRPr sz="1150" b="0" dirty="0">
              <a:solidFill>
                <a:srgbClr val="5B6672"/>
              </a:solidFill>
              <a:latin typeface="맑은 고딕"/>
            </a:endParaRPr>
          </a:p>
          <a:p>
            <a:pPr lvl="1">
              <a:spcAft>
                <a:spcPts val="700"/>
              </a:spcAft>
            </a:pPr>
            <a:r>
              <a:rPr sz="1150" b="0" dirty="0">
                <a:solidFill>
                  <a:srgbClr val="5B6672"/>
                </a:solidFill>
                <a:latin typeface="맑은 고딕"/>
              </a:rPr>
              <a:t>–  ③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모델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입력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→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정상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/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불량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+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불량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확률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예측</a:t>
            </a:r>
            <a:endParaRPr sz="1150" b="0" dirty="0">
              <a:solidFill>
                <a:srgbClr val="5B6672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입력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6개(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Type·기온·공정온도·회전속도·토크·마모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)</a:t>
            </a:r>
          </a:p>
          <a:p>
            <a:pPr lvl="1">
              <a:spcAft>
                <a:spcPts val="700"/>
              </a:spcAft>
            </a:pPr>
            <a:r>
              <a:rPr sz="1150" b="0" dirty="0">
                <a:solidFill>
                  <a:srgbClr val="5B6672"/>
                </a:solidFill>
                <a:latin typeface="맑은 고딕"/>
              </a:rPr>
              <a:t>–  → 15개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피처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(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위험구간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포함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)로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변환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후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예측</a:t>
            </a:r>
            <a:endParaRPr sz="1150" b="0" dirty="0">
              <a:solidFill>
                <a:srgbClr val="5B6672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우측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네이버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뉴스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크롤링</a:t>
            </a:r>
            <a:endParaRPr sz="1250" b="0" dirty="0">
              <a:solidFill>
                <a:srgbClr val="1F2A37"/>
              </a:solidFill>
              <a:latin typeface="맑은 고딕"/>
            </a:endParaRPr>
          </a:p>
          <a:p>
            <a:pPr lvl="1">
              <a:spcAft>
                <a:spcPts val="700"/>
              </a:spcAft>
            </a:pPr>
            <a:r>
              <a:rPr sz="1150" b="0" dirty="0">
                <a:solidFill>
                  <a:srgbClr val="5B6672"/>
                </a:solidFill>
                <a:latin typeface="맑은 고딕"/>
              </a:rPr>
              <a:t>– 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그래프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카드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클릭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시 그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인사이트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키워드로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재검색</a:t>
            </a:r>
            <a:endParaRPr sz="1150" b="0" dirty="0">
              <a:solidFill>
                <a:srgbClr val="5B6672"/>
              </a:solidFill>
              <a:latin typeface="맑은 고딕"/>
            </a:endParaRPr>
          </a:p>
          <a:p>
            <a:pPr lvl="1">
              <a:spcAft>
                <a:spcPts val="700"/>
              </a:spcAft>
            </a:pPr>
            <a:r>
              <a:rPr sz="1150" b="0" dirty="0">
                <a:solidFill>
                  <a:srgbClr val="5B6672"/>
                </a:solidFill>
                <a:latin typeface="맑은 고딕"/>
              </a:rPr>
              <a:t>–  EDA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결과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↔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실제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업계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뉴스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교차검증</a:t>
            </a:r>
            <a:endParaRPr sz="1150" b="0" dirty="0">
              <a:solidFill>
                <a:srgbClr val="5B6672"/>
              </a:solidFill>
              <a:latin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17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4519B1F-0AB0-ECF6-14EB-654F3E299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385" y="4416201"/>
            <a:ext cx="3965493" cy="20934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83739D3-196A-2F6C-1D2E-94F3E3C26733}"/>
              </a:ext>
            </a:extLst>
          </p:cNvPr>
          <p:cNvSpPr txBox="1"/>
          <p:nvPr/>
        </p:nvSpPr>
        <p:spPr>
          <a:xfrm>
            <a:off x="0" y="6545038"/>
            <a:ext cx="54864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900" dirty="0">
                <a:solidFill>
                  <a:srgbClr val="5B6672"/>
                </a:solidFill>
                <a:latin typeface="맑은 고딕"/>
              </a:rPr>
              <a:t>2.</a:t>
            </a:r>
            <a:r>
              <a:rPr sz="9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lang="ko-KR" altLang="en-US" sz="900" b="0" dirty="0">
                <a:solidFill>
                  <a:srgbClr val="5B6672"/>
                </a:solidFill>
                <a:latin typeface="맑은 고딕"/>
              </a:rPr>
              <a:t>모델 학습 결과</a:t>
            </a:r>
            <a:endParaRPr sz="900" b="0" dirty="0">
              <a:solidFill>
                <a:srgbClr val="5B6672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7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마무리 — 핵심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607040" cy="151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EDA에서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얻은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가설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개별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변수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값보다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'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실제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고장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판정에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쓰이는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조합'이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강한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신호</a:t>
            </a:r>
            <a:endParaRPr sz="15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1300"/>
              </a:spcAft>
            </a:pPr>
            <a:r>
              <a:rPr sz="1500" b="0" dirty="0">
                <a:solidFill>
                  <a:srgbClr val="1F2A37"/>
                </a:solidFill>
                <a:latin typeface="맑은 고딕"/>
              </a:rPr>
              <a:t>•  "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모델을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더 잘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튜닝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"(1·2차)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보다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"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도메인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지식을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피처로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주입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"(3차)이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결정적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—  F1  0.50 → 0.912</a:t>
            </a:r>
          </a:p>
          <a:p>
            <a:pPr>
              <a:spcAft>
                <a:spcPts val="1300"/>
              </a:spcAft>
            </a:pPr>
            <a:r>
              <a:rPr sz="15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불균형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데이터는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정확도</a:t>
            </a:r>
            <a:r>
              <a:rPr lang="en-US" sz="150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판단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금지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→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정밀도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·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재현율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· F1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함께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확인</a:t>
            </a:r>
            <a:endParaRPr sz="15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1300"/>
              </a:spcAft>
            </a:pPr>
            <a:r>
              <a:rPr sz="15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학습된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모델을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joblib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한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파일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(model + features + metrics)로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저장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→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데스크톱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UI에서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실시간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예측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lang="ko-KR" altLang="en-US" sz="1500" dirty="0">
                <a:solidFill>
                  <a:srgbClr val="1F2A37"/>
                </a:solidFill>
                <a:latin typeface="맑은 고딕"/>
              </a:rPr>
              <a:t>기능 구현</a:t>
            </a:r>
            <a:endParaRPr sz="1500" b="0" dirty="0">
              <a:solidFill>
                <a:srgbClr val="1F2A37"/>
              </a:solidFill>
              <a:latin typeface="맑은 고딕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981047" y="5425440"/>
            <a:ext cx="8229600" cy="685800"/>
          </a:xfrm>
          <a:prstGeom prst="roundRect">
            <a:avLst/>
          </a:prstGeom>
          <a:solidFill>
            <a:srgbClr val="F2F4F7"/>
          </a:solidFill>
          <a:ln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00" b="1">
                <a:solidFill>
                  <a:srgbClr val="172B4D"/>
                </a:solidFill>
                <a:latin typeface="맑은 고딕"/>
              </a:rPr>
              <a:t>GitHub  ·  https://github.com/hmy7788/python_data_analyze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1880</Words>
  <Application>Microsoft Office PowerPoint</Application>
  <PresentationFormat>와이드스크린</PresentationFormat>
  <Paragraphs>297</Paragraphs>
  <Slides>18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-apple-system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민엽 허</cp:lastModifiedBy>
  <cp:revision>1</cp:revision>
  <dcterms:created xsi:type="dcterms:W3CDTF">2013-01-27T09:14:16Z</dcterms:created>
  <dcterms:modified xsi:type="dcterms:W3CDTF">2026-08-27T08:40:10Z</dcterms:modified>
  <cp:category/>
</cp:coreProperties>
</file>